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🔬 AI 가상 연구소 전략 브리핑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Report Date: 2026-02-23</a:t>
            </a:r>
          </a:p>
          <a:p>
            <a:r>
              <a:t>Generated by AI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연구 동향 (Key Researches)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[웹 문서] The AI Scientist's Virtual Lab: Where Code Meets Discovery - Oreate AI</a:t>
            </a:r>
          </a:p>
          <a:p>
            <a:pPr lvl="1"/>
            <a:r>
              <a:t>Link: https://www.oreateai.com/blog/the-ai-scientists-virtual-lab-where-code-meets-discovery/bfa4b9d4a54278014a6e97a99eab74bb</a:t>
            </a:r>
          </a:p>
          <a:p>
            <a:pPr/>
            <a:r>
              <a:t>[웹 문서] The AI Scientist: Towards Fully Automated Open-Ended Scientific ...</a:t>
            </a:r>
          </a:p>
          <a:p>
            <a:pPr lvl="1"/>
            <a:r>
              <a:t>Link: https://www.emergentmind.com/videos/ai-scientist-automated-scientific-discovery-6bc7ae99</a:t>
            </a:r>
          </a:p>
          <a:p>
            <a:pPr/>
            <a:r>
              <a:t>[웹 문서] How AI has changed drug discovery, and what's coming next</a:t>
            </a:r>
          </a:p>
          <a:p>
            <a:pPr lvl="1"/>
            <a:r>
              <a:t>Link: https://www.labiotech.eu/resource/ai-drug-discovery/</a:t>
            </a:r>
          </a:p>
          <a:p>
            <a:pPr/>
            <a:r>
              <a:t>[웹 문서] Explore the new BIOS API and how to add scientific intelligence to ...</a:t>
            </a:r>
          </a:p>
          <a:p>
            <a:pPr lvl="1"/>
            <a:r>
              <a:t>Link: https://x.com/BioProtocol/status/2024212979500437866</a:t>
            </a:r>
          </a:p>
          <a:p>
            <a:pPr/>
            <a:r>
              <a:t>[웹 문서] Biologists marvel at new AI drug discovery tool – but details are hidden</a:t>
            </a:r>
          </a:p>
          <a:p>
            <a:pPr lvl="1"/>
            <a:r>
              <a:t>Link: https://www.linkedin.com/posts/isomorphic-labs_biologists-marvel-at-new-ai-drug-discovery-activity-7430293352627138560-OViA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전략적 시사점 및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t>AI 에러로 도출 실패: 404 This model models/gemini-2.0-flash is no longer available to new users. Please update your code to use a newer model for the latest features and improvements.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